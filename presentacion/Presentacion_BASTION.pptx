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5648" y="5029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/tmp/integrador/assets/logo_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1408" y="713232"/>
            <a:ext cx="246888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031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INTERNACIONAL DEL ECUADOR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2542032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40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0" y="297180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BASTION</a:t>
            </a:r>
            <a:endParaRPr lang="en-US" sz="7600" dirty="0"/>
          </a:p>
        </p:txBody>
      </p:sp>
      <p:sp>
        <p:nvSpPr>
          <p:cNvPr id="7" name="Text 4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Boveda Personal de Credenciales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de las nuevas tecnologias en la sociedad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525780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Alexander Benz Zambrano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de Programacion  ·  Msc. Lilian Aman  ·  Paralelo 1-CIB-1A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Quito - Ecuador  ·  junio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persona administra hoy decenas de credenciales. Sin herramientas, recurre a practicas inseguras: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02152" cy="2926080"/>
          </a:xfrm>
          <a:prstGeom prst="roundRect">
            <a:avLst>
              <a:gd name="adj" fmla="val 2813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Reutilizacion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misma contrasena en muchos servicios: filtrar uno compromete todos.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26280" y="2148840"/>
            <a:ext cx="3502152" cy="2926080"/>
          </a:xfrm>
          <a:prstGeom prst="roundRect">
            <a:avLst>
              <a:gd name="adj" fmla="val 2813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423160"/>
            <a:ext cx="640080" cy="64008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32461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Claves debiles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374904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Contrasenas cortas y predecibles, faciles de adivinar por fuerza bruta.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412480" y="2148840"/>
            <a:ext cx="3502152" cy="2926080"/>
          </a:xfrm>
          <a:prstGeom prst="roundRect">
            <a:avLst>
              <a:gd name="adj" fmla="val 2813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0" y="2423160"/>
            <a:ext cx="640080" cy="64008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0" y="32461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cifrar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0" y="374904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Guardarlas en notas, hojas de calculo o archivos de texto plano.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pPr algn="l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Integrador  ·  UIDE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solucion: BASTION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boveda personal de credenciales de linea de comandos en Python. Genera contrasenas seguras y las guarda en un archivo local protegido por una unica contrasena maestra.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5257800" cy="1463040"/>
          </a:xfrm>
          <a:prstGeom prst="roundRect">
            <a:avLst>
              <a:gd name="adj" fmla="val 5625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30449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Local, sin nube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48386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nunca salen del equipo: menor superficie de ataque.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2880360"/>
            <a:ext cx="5257800" cy="1463040"/>
          </a:xfrm>
          <a:prstGeom prst="roundRect">
            <a:avLst>
              <a:gd name="adj" fmla="val 5625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30449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Contrasena maestra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348386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hash SHA-256 protege el acceso; la clave nunca se guarda en claro.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5257800" cy="1463040"/>
          </a:xfrm>
          <a:prstGeom prst="roundRect">
            <a:avLst>
              <a:gd name="adj" fmla="val 5625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7365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Generador seguro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1755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claves robustas con indicador de fortaleza.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4572000"/>
            <a:ext cx="5257800" cy="1463040"/>
          </a:xfrm>
          <a:prstGeom prst="roundRect">
            <a:avLst>
              <a:gd name="adj" fmla="val 5625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47365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517550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por categorias, busqueda e historial de accesos.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pPr algn="l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Integrador  ·  UIDE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en tres capas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7007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9751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408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de la interfaz CLI e interaccion con el usuario.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1181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392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 de negocio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7581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Generador, validaciones, bucles y casos de uso.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5354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8097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1755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escritura del archivo JSON local.</a:t>
            </a:r>
            <a:endParaRPr lang="en-US" sz="1250" dirty="0"/>
          </a:p>
        </p:txBody>
      </p:sp>
      <p:pic>
        <p:nvPicPr>
          <p:cNvPr id="15" name="Image 0" descr="/tmp/integrador/assets/arquitectura_cap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83080"/>
            <a:ext cx="5669280" cy="37673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pPr algn="l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Integrador  ·  UIDE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del sistema</a:t>
            </a:r>
            <a:endParaRPr lang="en-US" sz="3000" dirty="0"/>
          </a:p>
        </p:txBody>
      </p:sp>
      <p:pic>
        <p:nvPicPr>
          <p:cNvPr id="3" name="Image 0" descr="/tmp/integrador/assets/casos_de_u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5120640" cy="4169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26480" y="164592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CU-01  Crear boveda</a:t>
            </a:r>
            <a:endParaRPr lang="en-US" sz="14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CU-02  Iniciar sesion (desbloquear)</a:t>
            </a:r>
            <a:endParaRPr lang="en-US" sz="14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CU-03  Generar contrasena segura</a:t>
            </a:r>
            <a:endParaRPr lang="en-US" sz="14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CU-04  Agregar credencial</a:t>
            </a:r>
            <a:endParaRPr lang="en-US" sz="14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CU-05  Configurar 2FA (TOTP) - planificado</a:t>
            </a:r>
            <a:endParaRPr lang="en-US" sz="14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CU-06  Buscar credencial por nombre</a:t>
            </a:r>
            <a:endParaRPr lang="en-US" sz="14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CU-07  Ver todas las credenciales</a:t>
            </a:r>
            <a:endParaRPr lang="en-US" sz="14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 Cambiar maestra / Ver historial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pPr algn="l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Integrador  ·  UIDE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Integracion de las cuatro unidades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1801368"/>
            <a:ext cx="868680" cy="86868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80136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1819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209397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y diseno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50976" y="28072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 del problema; diagramas de casos de uso, flujo y arquitectura.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1801368"/>
            <a:ext cx="868680" cy="868680"/>
          </a:xfrm>
          <a:prstGeom prst="ellipse">
            <a:avLst/>
          </a:prstGeom>
          <a:solidFill>
            <a:srgbClr val="2B2F44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180136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35240" y="1819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35240" y="209397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 y tipos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74536" y="28072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para control de versiones; variables str, int y bool.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4041648"/>
            <a:ext cx="868680" cy="868680"/>
          </a:xfrm>
          <a:prstGeom prst="ellipse">
            <a:avLst/>
          </a:prstGeom>
          <a:solidFill>
            <a:srgbClr val="7A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0416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011680" y="40599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43342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Bucles y decisiones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50976" y="50474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con contador, for con range y .items(), if/elif/else, operadores.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74904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56248" y="4041648"/>
            <a:ext cx="868680" cy="868680"/>
          </a:xfrm>
          <a:prstGeom prst="ellipse">
            <a:avLst/>
          </a:prstGeom>
          <a:solidFill>
            <a:srgbClr val="2B2F44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40416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635240" y="40599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35240" y="43342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y funciones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74536" y="50474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Tupla CATEGORIAS, lista historial, funciones con parametros por defecto.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pPr algn="l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Integrador  ·  UIDE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codigo en accion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estructura de las cuatro unidades aparece de forma explicita y comentada en el codigo: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4160520"/>
          </a:xfrm>
          <a:prstGeom prst="roundRect">
            <a:avLst>
              <a:gd name="adj" fmla="val 1758"/>
            </a:avLst>
          </a:prstGeom>
          <a:solidFill>
            <a:srgbClr val="2B2F4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402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intentos &lt; MAX_INTENTOS: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0" y="2240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9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bucle con contador (login, 3 intentos)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77977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range(longitud):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0" y="27797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9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 la contrasena caracter por caracter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3192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s, d in credenciales.items():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3319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9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recorre el diccionario de credenciales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8587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longitud &gt;= 12 and tipos &gt;= 3: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38587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9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operadores relacionales y logicos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39826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CATEGORIAS = ("Redes", "Banca", ...)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43982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9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TUPLA de categorias (Unidad 4)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937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historial = []   #  .append(...)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4937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9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LISTA de accesos con fecha y hora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547725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E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registrar_acceso(b, ev="..."):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54772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9C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funcion con parametro por defecto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pPr algn="l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Integrador  ·  UIDE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Reflexion: impacto en la sociedad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32688" y="179222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al alcance de todos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32688" y="24231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gestores permiten claves unicas y robustas sin memorizarlas: democratizan buenas practicas que antes eran solo de expertos.</a:t>
            </a:r>
            <a:endParaRPr lang="en-US" sz="128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56248" y="179222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Comodidad frente a privacidad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556248" y="24231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todas las claves agiliza, pero concentra el riesgo. El diseno responsable equilibra ambos: BASTION opera local, sin nube.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403250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Etica y datos personales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32688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Custodiar credenciales implica un deber de cuidado. La LOPDP ecuatoriana exige finalidad, minimizacion y seguridad en el tratamiento de datos.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263640" y="379476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56248" y="403250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futuro de la autenticacion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556248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Passkeys (FIDO2) y criptografia post-cuantica marcan la hoja de ruta; los gestores siguen siendo infraestructura de confianza.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pPr algn="l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Integrador  ·  UIDE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limitaciones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10512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estructuras de las cuatro unidades resuelven un problema real de gestion de credenciales.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en tres capas aporta orden, claridad y mantenibilidad.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solo el hash de la maestra y operar local refleja buenas practicas de seguridad.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integra programacion y ciberseguridad sobre estandares reconocidos.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55080" y="1371600"/>
            <a:ext cx="5193792" cy="4572000"/>
          </a:xfrm>
          <a:prstGeom prst="roundRect">
            <a:avLst>
              <a:gd name="adj" fmla="val 1800"/>
            </a:avLst>
          </a:prstGeom>
          <a:solidFill>
            <a:srgbClr val="F7F1F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9400" y="1627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2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29400" y="2029968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credenciales se guardan en JSON sin cifrado AES (planificado con Argon2id).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local de un solo usuario, sin acceso concurrente.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segundo factor de autenticacion aun.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3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linea de comandos; la grafica queda como evolucion.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19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pPr algn="l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Proyecto Integrador  ·  UIDE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- Boveda Personal de Credenciales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61208" y="4114800"/>
            <a:ext cx="56692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261208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github.com/Bluenovasas/bastion-uide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Alexander Benz Zambrano  ·  UIDE  ·  1-CIB-1A  ·  junio de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BASTION - Proyecto Integrador</dc:title>
  <dc:subject>PptxGenJS Presentation</dc:subject>
  <dc:creator>David Alexander Benz Zambrano</dc:creator>
  <cp:lastModifiedBy>David Alexander Benz Zambrano</cp:lastModifiedBy>
  <cp:revision>1</cp:revision>
  <dcterms:created xsi:type="dcterms:W3CDTF">2026-06-26T18:37:31Z</dcterms:created>
  <dcterms:modified xsi:type="dcterms:W3CDTF">2026-06-26T18:37:31Z</dcterms:modified>
</cp:coreProperties>
</file>